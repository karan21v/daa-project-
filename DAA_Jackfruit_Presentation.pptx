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65760"/>
            <a:ext cx="137160" cy="44348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 |  April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188720"/>
          <a:ext cx="5852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 Raj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PES2UG24CS184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Devopam 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PES2UG24CS903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Varshney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PES2UG24CS182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PES2UG24CS903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Tackled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265176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65176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1887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6642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X-Sum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" y="23774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Sliding Window + Frequency Analysis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Arrays, Heap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887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55848" y="16642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Routing System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23774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Dijkstra's Shortest Path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Graphs, Priority Queue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65176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960120"/>
            <a:ext cx="265176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1887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90488" y="1664208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Strassen's Algorithm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23774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Divide and Conquer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Matrix Multiplication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Sliding Window X-Sum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9611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nums[0..n-1]</a:t>
            </a:r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window size 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integer 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window of size k compute its x-sum: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frequency of each element in the window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top-x elements by frequency (tie-break: larger value wins)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total contribution of those top-x elements only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distinct elements &lt; x then sum the entire window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 array of size n - k + 1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32120" y="896112"/>
            <a:ext cx="3200400" cy="356616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23560" y="1325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[1,1,2,2,3,3],  k=3,  x=2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[1,1,2]: freq={1:2, 2:1}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 = [1, 2]  =&gt;  1*2 + 2*1 = 4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[1,2,2]: freq={1:1, 2:2}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 = [2, 1]  =&gt;  2*2 + 1*1 = 5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[2,2,3]: sum = 7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[2,3,3]: sum = 8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[4, 5, 7, 8]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Algorithm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3192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256032"/>
          </a:xfrm>
          <a:prstGeom prst="rect">
            <a:avLst/>
          </a:prstGeom>
          <a:solidFill>
            <a:srgbClr val="D0D8F0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41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O(n * k log 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window starting at index i: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window and sort it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frequency table from scratch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(-count, -value), take top-x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their contributions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 * k log k)  |  Space: O(k)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7764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397764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418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Sliding Window  O(n * k log 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16152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live frequency dictionary as the window slides: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nums[right]: increment its count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nums[left]: decrement; delete if count hits 0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heapq.nlargest(x, ...) to get x-sum for current window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rebuilding from scratch each time (O(k) work), we make just 2 updates per slide. Sliding window avoids redundant recomputation.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 * k log x)  |  Space: O(k)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Pseudocode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4023360" cy="269748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3840480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BRUTE FORCE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xsum_brute(nums, k, x):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n-k: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window = nums[i .. i+k-1]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 freq table (one linear scan)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distinct_elements &lt;= x: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result[i] = SUM(window)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sort by (-count, -value)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take top-x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result[i] = SUM(val * freq for top-x)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4069080" cy="315468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41832"/>
            <a:ext cx="3886200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OPTIMISED SLIDING WINDOW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xsum_optimised(nums, k, x):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freq = {}  // live frequency map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seed first window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nums[0..k-1]: freq[v] +=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result[0] = compute_xsum(freq, x)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right = k TO n-1: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right - 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freq[nums[right]] += 1          // ADD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freq[nums[left]]  -= 1          // DROP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freq[nums[left]] == 0: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DELETE freq[nums[left]]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result[right-k+1] = compute_xsum(freq, x)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Complexity &amp; Data Structures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* k log 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* k log 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331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2697480"/>
            <a:ext cx="8321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FreqEntry array: (value, count) pairs, at most k entries. Avoids hash overhead when k is small.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qsort with (-count, -value) comparator for top-x selection.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Swap-and-shrink delete: O(1) removal by swapping with last element.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heapq.nlargest in the optimised version: O(k log x) per window, better than full sort when x &lt;&lt; 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Test Cases &amp; Experimental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  <a:gridCol w="1371600"/>
                <a:gridCol w="1234440"/>
                <a:gridCol w="1234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[1,1,2,2,3,3] k=3 x=2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[4,5,7,8]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[1,2,3] k=3 x=5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(tie)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[3,3,2,2,1] k=4 x=1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[6,4]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 —  n=3000, k=100, x=5  (random integers 1-20)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90672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920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1.81x 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Uber Routing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9611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= directed weighted graph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intersections (1 to r_nodes)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roads with travel times (weights)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80136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forward_latency[v]</a:t>
            </a:r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min travel time FROM node 1 TO 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(u -&gt; v, w) is CONSISTENT if it lies on at least one shortest path from node 1 to node r_nodes: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880360"/>
            <a:ext cx="5029200" cy="658368"/>
          </a:xfrm>
          <a:prstGeom prst="rect">
            <a:avLst/>
          </a:prstGeom>
          <a:solidFill>
            <a:srgbClr val="EEF3FF"/>
          </a:solidFill>
          <a:ln w="9525">
            <a:solidFill>
              <a:srgbClr val="C0C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4436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dist_fwd[u] + w + dist_rev[v]  ==  shortest_total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implement markRoads() returning an array of 1s and 0s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896112"/>
            <a:ext cx="3108960" cy="356616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Graph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28016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nodes, 4 edges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1 --(2)--&gt; 2 --(3)--&gt; 4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1 --(4)--&gt; 3 --(1)--&gt; 4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 path 1-&gt;4: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1-&gt;2-&gt;4 = 5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1-&gt;3-&gt;4 = 5
</a:t>
            </a:r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paths tie!
</a:t>
            </a:r>
            <a:pPr algn="l"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4 edges are consistent.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Two Dijkstra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115568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1498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271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Dijkstra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033272"/>
            <a:ext cx="571500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Dijkstra from node 1 on the original graph.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dist_fwd[v] for all v.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O((V+E) log 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505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Dijkstra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267712"/>
            <a:ext cx="571500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ALL edges (u-&gt;v becomes v-&gt;u).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Dijkstra from node r_nodes on the reversed graph.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dist_rev[v] for all v.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O((V+E) log V)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8321040" cy="1115568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4838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7398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Roads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3502152"/>
            <a:ext cx="571500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road (u, v, w):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dist_fwd[u] + w + dist_rev[v] == total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reverse? Running Dijkstra from r_nodes on a reversed graph gives shortest distance TO r_nodes for every node in one pass.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Pseudocode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8321040" cy="416052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813816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DIJKSTRA(graph, source):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dist[all] = INF;  dist[source] = 0;  heap = { (0, source) }
  WHILE heap not empty:
    (d, u) = EXTRACT_MIN(heap)
    IF d &gt; dist[u]: CONTINUE  // lazy deletion
    FOR each edge (u -&gt; v, w):
      IF dist[u]+w &lt; dist[v]: dist[v]=dist[u]+w; push(heap,(dist[v],v))
  RETURN dist
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markRoads(r_nodes, r_edges, r_from, r_to, r_weight):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1: Forward Dijkstra from node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dist_fwd = DIJKSTRA(fwd_graph, source=1)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2: Reverse graph, Dijkstra from node r_nodes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dist_rev = DIJKSTRA(rev_graph, source=r_nodes)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shortest_total = dist_fwd[r_nodes]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Step 3: Check each road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= 0 TO r_edges-1: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dist_fwd[r_from[i]] + r_weight[i] + dist_rev[r_to[i]] == shortest_total: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result[i] =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result[i] = 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Complexity &amp; Data Structures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O((V + E) log V)</a:t>
            </a:r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V = r_nodes, E = r_edges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Dijkstra runs + O(E) consistency check. Scales to 100,000+ nodes efficiently.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3093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 via arrays. head[u] = first edge index. Each entry stores (to, weight, next). O(1) insert, O(deg) traversal.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Min-Heap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for Dijkstra. Always extracts minimum-distance node. O(log V) push/pop operations.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Deletion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decrease-key needed. If popped (d, u) has d &gt; dist[u], skip it. Stale entries are ignored harmlessly.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Graphs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graph for dist_fwd, reversed graph for dist_rev. Kept separate in memory to avoid mutation.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Test Cases &amp; Experimental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754880"/>
                <a:gridCol w="128016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nodes, 4 edges - two equal shortest paths (1-&gt;2-&gt;4 and 1-&gt;3-&gt;4 both = 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[1,1,1,1]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nodes - direct edge 1-&gt;3 has weight 10, path 1-&gt;2-&gt;3 = 2 is shorter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[1,1,0]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nodes - shortcut edge 2-&gt;5 with weight 10, path 1-&gt;2-&gt;3-&gt;4-&gt;5 = 4 is shorter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[1,1,1,1,0]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4015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Test  —  1000 nodes, 5000 random edges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4904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3749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nodes + 5000 random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against Floyd-Warshall on all test cases (exact match)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Strassen's Divide and Conquer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n x n matrix multiplication needs n^3 scalar multiplications.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D&amp;C splits into 4 quadrants with 8 recursive calls: T(n) = 8T(n/2) + O(n^2) - still O(n^3).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Strassen's insight: same result with only 7 recursive multiplications. That one saved call reduces the exponent: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7T(n/2) + O(n^2)  =&gt;  O(n^2.807)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3520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derive the 7 products M1-M7, prove correctness, solve the recurrence, benchmark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23560" y="914400"/>
            <a:ext cx="3108960" cy="352044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0" y="978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1298448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n=1000:
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
</a:t>
            </a:r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billion operations
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Strassen:
</a:t>
            </a:r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million operations
</a:t>
            </a:r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about 7.7x fewer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The 7 Strassen Products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9611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= [[a,b],[c,d]]  and  B = [[e,f],[g,h]]: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0624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7 PRODUCTS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= (a + d)(e + h)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 = (c + d) * 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= a * (f - h)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 = d * (g - 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 = (a + b) * 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= (c - a)(e + f)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 = (b - d)(g + 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98448"/>
            <a:ext cx="3886200" cy="1691640"/>
          </a:xfrm>
          <a:prstGeom prst="rect">
            <a:avLst/>
          </a:prstGeom>
          <a:solidFill>
            <a:srgbClr val="EEF3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ASSEMBLY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64208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C11 = M1 + M4 - M5 + M7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C12 = M3 + M5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C21 = M2 + M4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C22 = M1 - M2 + M3 + M6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3090672"/>
            <a:ext cx="3886200" cy="150876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154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Proof (C11 check):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456432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M1+M4-M5+M7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(ae+ah+de+dh) + (dg-de) - (ah+bh) + (bg+bh-dg-dh)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ae + bg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extra terms cancel out.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Pseudocode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68680"/>
            <a:ext cx="8321040" cy="416052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41832"/>
            <a:ext cx="813816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STRASSEN RECURSIVE ALGORITHM
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strassen(A[n x n], B[n x n]):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 &lt;= THRESHOLD (64):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naive_multiply(A, B)  // base case: avoid recursion overhead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 to next power of 2 if needed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 into quadrants: [a b] = A,  [e f] = 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[c d]       [g h]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7 recursive multiplications (not 8!)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M1 = strassen(a+d,  e+h)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M2 = strassen(c+d,  e  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M3 = strassen(a,    f-h)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M4 = strassen(d,    g-e)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M5 = strassen(a+b,  h  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M6 = strassen(c-a,  e+f)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M7 = strassen(b-d,  g+h)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Assemble result using ONLY additions/subtractions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C11 = M1 + M4 - M5 + M7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C12 = M3 + M5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C21 = M2 + M4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C22 = M1 - M2 + M3 + M6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join(C11, C12, C21, C22)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Master Theorem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594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0C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784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7 * T(n/2) + O(n^2)    where  a = 7  (recursive calls)  |  b = 2  (half size)  |  f(n) = n^2  (18 additions)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Compute log_b(a):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log_2(7) = 2.8074  which is greater than 2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Compare f(n) with n^log_b(a):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n^2  vs  n^2.8074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n^2 grows slower than n^2.8074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applies: f(n) = O(n^(log_b(a) - epsilon)) for epsilon &gt; 0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Therefore: T(n) = Theta(n^log_2(7)) = Theta(n^2.807)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Data Structures, Crossover &amp; Stability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14300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33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033272"/>
            <a:ext cx="5897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1D array (row-major): M[i][j] = M_flat[i*n+j]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Cache-friendly: entire row in contiguous memory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 per recursion for temp matrices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to power of 2 for arbitrary 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21992"/>
            <a:ext cx="8321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95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at n=64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2295144"/>
            <a:ext cx="5897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n=64, naive is faster. Reason: 18 additions + function call overhead outweigh the savings at small sizes.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64, switch to naive at base case. Empirically verified in benchmark (n=128, Strassen slightly slower).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483864"/>
            <a:ext cx="8321040" cy="1143000"/>
          </a:xfrm>
          <a:prstGeom prst="rect">
            <a:avLst/>
          </a:prstGeom>
          <a:solidFill>
            <a:srgbClr val="F8F8F8"/>
          </a:solidFill>
          <a:ln w="9525">
            <a:solidFill>
              <a:srgbClr val="D0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557016"/>
            <a:ext cx="5897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 uses 18 matrix additions vs 0 in naive. Floating-point errors compound recursively.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n=1024 these accumulate noticeably. BLAS/LAPACK use naive for precision over speed. Strassen used only where exact precision is not critical.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Benchmark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7432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Tests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577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[[1,2],[3,4]] * [[5,6],[7,8]] =&gt; [[19,22],[43,50]]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4x4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= A (4x4 random * identity = original)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Non-power-of-2 size 5x5 (padding applied)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2834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 (Python, random integer matrices):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182112"/>
          <a:ext cx="8321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2468880"/>
                <a:gridCol w="24688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Strassen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grows with n, confirming O(n^2.807) &lt; O(n^3) asymptotically.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32688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73736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X-Sum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 + 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O(n*k log 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1.81x speedup vs brute force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Dijkstra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O((V+E) log V)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4.41 ms for 1000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Strassen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and Conquer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O(n^2.807)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1.39x speedup at n=512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29077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Sliding window avoids O(k) rebuild by maintaining a live frequency table with just 2 updates per step.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349300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Reversing the graph converts the shortest-path-TO problem into a standard SSSP, solved by one Dijkstra pass.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40782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Strassen trades multiplications for additions — the crossover and stability limits mean real gains appear only at large 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4892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Jackfruit  |  PES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Jackfruit</dc:title>
  <dc:subject>PptxGenJS Presentation</dc:subject>
  <dc:creator>PES University</dc:creator>
  <cp:lastModifiedBy>PES University</cp:lastModifiedBy>
  <cp:revision>1</cp:revision>
  <dcterms:created xsi:type="dcterms:W3CDTF">2026-04-06T19:24:46Z</dcterms:created>
  <dcterms:modified xsi:type="dcterms:W3CDTF">2026-04-06T19:24:46Z</dcterms:modified>
</cp:coreProperties>
</file>